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instrumento para blindar su autoevaluación con evidencia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revisión de la autoevaluación institucional · ENSMA — acompañamiento técnico EICIT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11296" cy="2743200"/>
          </a:xfrm>
          <a:prstGeom prst="roundRect">
            <a:avLst>
              <a:gd name="adj" fmla="val 3000"/>
            </a:avLst>
          </a:prstGeom>
          <a:solidFill>
            <a:srgbClr val="D5E8F0"/>
          </a:solidFill>
          <a:ln/>
          <a:effectLst>
            <a:outerShdw sx="100000" sy="100000" kx="0" ky="0" algn="bl" rotWithShape="0" blurRad="50800" dist="25400" dir="5400000">
              <a:srgbClr val="BFBFBF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566928" cy="56692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Ustedes son los dueños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2608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autoevaluación es de la ENSMA. La matriz solo la fortalece con evidencia, para que la fortaleza institucional quede demostrable y nadie de afuera pueda cuestionarla.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8828" y="1463040"/>
            <a:ext cx="3511296" cy="2743200"/>
          </a:xfrm>
          <a:prstGeom prst="roundRect">
            <a:avLst>
              <a:gd name="adj" fmla="val 3000"/>
            </a:avLst>
          </a:prstGeom>
          <a:solidFill>
            <a:srgbClr val="D5E8F0"/>
          </a:solidFill>
          <a:ln/>
          <a:effectLst>
            <a:outerShdw sx="100000" sy="100000" kx="0" ky="0" algn="bl" rotWithShape="0" blurRad="50800" dist="25400" dir="5400000">
              <a:srgbClr val="BFBFBF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3148" y="1737360"/>
            <a:ext cx="566928" cy="56692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3148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13148" y="242316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parte de una fortaleza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3148" y="292608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colegio está +42,6 puntos sobre lo esperado para su contexto (valor agregado ICFES) y en el Top 12% nacional. Desde esa fortaleza se lee todo lo demás.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0456" y="1463040"/>
            <a:ext cx="3511296" cy="2743200"/>
          </a:xfrm>
          <a:prstGeom prst="roundRect">
            <a:avLst>
              <a:gd name="adj" fmla="val 3000"/>
            </a:avLst>
          </a:prstGeom>
          <a:solidFill>
            <a:srgbClr val="D5E8F0"/>
          </a:solidFill>
          <a:ln/>
          <a:effectLst>
            <a:outerShdw sx="100000" sy="100000" kx="0" ky="0" algn="bl" rotWithShape="0" blurRad="50800" dist="25400" dir="5400000">
              <a:srgbClr val="BFBFBF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94776" y="1737360"/>
            <a:ext cx="566928" cy="566928"/>
          </a:xfrm>
          <a:prstGeom prst="ellipse">
            <a:avLst/>
          </a:prstGeom>
          <a:solidFill>
            <a:srgbClr val="BF9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94776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94776" y="242316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decisiones son suyas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94776" y="2926080"/>
            <a:ext cx="2962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columnas de coherencia, PMI y prioridad las diligencia la ENSMA; EICIT acompaña aportando la evidencia. La matriz llega en blanco en esas columnas.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617720"/>
            <a:ext cx="11274552" cy="1051560"/>
          </a:xfrm>
          <a:prstGeom prst="roundRect">
            <a:avLst>
              <a:gd name="adj" fmla="val 7826"/>
            </a:avLst>
          </a:prstGeom>
          <a:solidFill>
            <a:srgbClr val="C6E0B4"/>
          </a:solidFill>
          <a:ln/>
          <a:effectLst>
            <a:outerShdw sx="100000" sy="100000" kx="0" ky="0" algn="bl" rotWithShape="0" blurRad="50800" dist="25400" dir="5400000">
              <a:srgbClr val="BFBFBF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4617720"/>
            <a:ext cx="10908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instrumento no dictamina: ordena una conversación que ustedes lideran.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· Escuela Iberoamericana de Ciencias Técnicas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Transverso de calidad del PEI · Tarea 1.2.4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lee la matriz — un ejemplo que reconoce una fortaleza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ilustrativo: cuando la autovaloración coincide con la evidencia, tenemos una fortaleza sólida y demostrable.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00200"/>
                <a:gridCol w="3108960"/>
                <a:gridCol w="1417320"/>
                <a:gridCol w="1280160"/>
                <a:gridCol w="1124712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 (ejemplo)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Autoval.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Evidencia externa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¿Acción en PMI?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y acompañamiento al desempeño de los estudiantes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Mejoramiento continuo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agregado +42,6 pts sobre lo esperado (ICFES) · Top 12% nacional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COHERENTE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Sí — mantener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· consolidar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74320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D5E8F0"/>
          </a:solidFill>
          <a:ln/>
          <a:effectLst>
            <a:outerShdw sx="100000" sy="100000" kx="0" ky="0" algn="bl" rotWithShape="0" blurRad="50800" dist="25400" dir="5400000">
              <a:srgbClr val="BFBFBF">
                <a:alpha val="3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13232" y="29260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Coherencia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3364992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autovaloración está respaldada por evidencia? «Coherente» = fortaleza sólida. «Revisar» = una conversación pendiente (falta evidencia o el instrumento no lo capturó), nunca una falla.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38828" y="274320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D5E8F0"/>
          </a:solidFill>
          <a:ln/>
          <a:effectLst>
            <a:outerShdw sx="100000" sy="100000" kx="0" ky="0" algn="bl" rotWithShape="0" blurRad="50800" dist="25400" dir="5400000">
              <a:srgbClr val="BFBFBF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594860" y="29260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¿Acción en PMI?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594860" y="3364992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mejora ya está planeada en el Plan de Mejoramiento? Un «No» solo señala dónde conviene planear algo — es para eso que existe el PMI.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0456" y="2743200"/>
            <a:ext cx="3511296" cy="1691640"/>
          </a:xfrm>
          <a:prstGeom prst="roundRect">
            <a:avLst>
              <a:gd name="adj" fmla="val 4324"/>
            </a:avLst>
          </a:prstGeom>
          <a:solidFill>
            <a:srgbClr val="D5E8F0"/>
          </a:solidFill>
          <a:ln/>
          <a:effectLst>
            <a:outerShdw sx="100000" sy="100000" kx="0" ky="0" algn="bl" rotWithShape="0" blurRad="50800" dist="25400" dir="5400000">
              <a:srgbClr val="BFBFBF">
                <a:alpha val="35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476488" y="2926080"/>
            <a:ext cx="2999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476488" y="3364992"/>
            <a:ext cx="29992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concentrar el esfuerzo primero. La define la ENSMA, con recomendación técnica de EICIT.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4663440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FBE9C6"/>
          </a:solidFill>
          <a:ln/>
          <a:effectLst>
            <a:outerShdw sx="100000" sy="100000" kx="0" ky="0" algn="bl" rotWithShape="0" blurRad="50800" dist="25400" dir="5400000">
              <a:srgbClr val="BFBFBF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731520" y="4663440"/>
            <a:ext cx="10725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BF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tendencias del Saber no son un reproche: </a:t>
            </a:r>
            <a:pPr algn="ctr" indent="0" marL="0">
              <a:buNone/>
            </a:pPr>
            <a:r>
              <a:rPr lang="en-US" sz="1700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 señal que una institución fuerte detecta a tiempo para actuar antes de que se vuelva un problema.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EICIT · Escuela Iberoamericana de Ciencias Técnicas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245352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Transverso de calidad del PEI · Tarea 1.2.4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2026-08-31T22:00:52Z</dcterms:created>
  <dcterms:modified xsi:type="dcterms:W3CDTF">2026-08-31T22:00:52Z</dcterms:modified>
</cp:coreProperties>
</file>